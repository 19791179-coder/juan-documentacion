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61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2969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Rediseño de Presentaciones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852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texto, más impacto visual. Guía práctica para optimizar la comunicación corporativa.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98378"/>
            <a:ext cx="440010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140869"/>
            <a:ext cx="72710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292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la Documentación de Sistemas?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0942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Materiales escritos y visuales que describen un sistema informático.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95711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2725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Funcionamiento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3376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opera el sistema internamente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595711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12725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Instalación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43376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y pasos de configuración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595711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12725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43376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Guías para el usuario final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Estándares de Referencia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4339" y="1236538"/>
            <a:ext cx="2628230" cy="15920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1348" y="1397347"/>
            <a:ext cx="22304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IEEE 829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61348" y="1760562"/>
            <a:ext cx="22304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la estructura de documentos de pruebas de software: plan, casos, procedimientos e informes.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4339" y="2970386"/>
            <a:ext cx="2628230" cy="15920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61348" y="3131195"/>
            <a:ext cx="22304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ISO/IEC 26514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261348" y="3494410"/>
            <a:ext cx="22304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Establece requisitos para manuales de usuario: claridad, accesibilidad y organización del contenido.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8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Claves del Buen Manual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57313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503834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620738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07086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Claridad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37738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Lenguaje directo y sin ambigüedades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357313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7122" y="1503834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620738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207086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37738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Organización lógica y jerárquica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357313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1605" y="1503834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1620738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207086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37738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Imágenes y diagramas de apoyo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2640" y="3265810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640" y="383284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Accesibilidad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640" y="413935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legible para todos los usuarios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89363" y="3265810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9363" y="383284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Actualización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9363" y="413935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periódica del contenido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Word vs. README: Comparativa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E3A4381-59AA-3818-24B0-3E64FEE569D2}"/>
              </a:ext>
            </a:extLst>
          </p:cNvPr>
          <p:cNvSpPr txBox="1"/>
          <p:nvPr/>
        </p:nvSpPr>
        <p:spPr>
          <a:xfrm>
            <a:off x="152400" y="1971585"/>
            <a:ext cx="43256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El formato importa tanto como el contenido. Una documentación bien estructurada mejora la adopción y reduce errores.</a:t>
            </a:r>
          </a:p>
          <a:p>
            <a:endParaRPr lang="es-SV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5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 Recomendadas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67098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215878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MadCap Flare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522390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y gestión de documentación técnica multicanal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667098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32158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Adobe FrameMaker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52239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Publicación profesional de documentos técnicos largos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667098"/>
            <a:ext cx="1371600" cy="1371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32158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Confluence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52239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Wiki colaborativa para equipos de producto y desarrollo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667098"/>
            <a:ext cx="1371600" cy="1371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2158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Markdown + Git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52239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versionada y ligera para equipos técnicos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863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Visual Efectivo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9708" y="1186532"/>
            <a:ext cx="2652861" cy="116353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372" y="1673572"/>
            <a:ext cx="189384" cy="18938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631409" y="1327026"/>
            <a:ext cx="188066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Tipografías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6631409" y="1636737"/>
            <a:ext cx="188066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2 familias tipográficas. Sans-serif para digital, serif para impresión.</a:t>
            </a:r>
            <a:endParaRPr lang="en-US" sz="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9708" y="2462510"/>
            <a:ext cx="2652861" cy="97259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372" y="2854077"/>
            <a:ext cx="189384" cy="18938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631409" y="2603004"/>
            <a:ext cx="188066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Paleta de Colores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6631409" y="2912715"/>
            <a:ext cx="188066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colores principales + neutros. Contraste mínimo WCAG AA.</a:t>
            </a:r>
            <a:endParaRPr lang="en-US" sz="9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9708" y="3547542"/>
            <a:ext cx="2652861" cy="972592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9372" y="3939108"/>
            <a:ext cx="189384" cy="18938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631409" y="3688035"/>
            <a:ext cx="188066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Plantilla Base</a:t>
            </a:r>
            <a:endParaRPr lang="en-US" sz="1200" dirty="0"/>
          </a:p>
        </p:txBody>
      </p:sp>
      <p:sp>
        <p:nvSpPr>
          <p:cNvPr id="15" name="Text 6"/>
          <p:cNvSpPr/>
          <p:nvPr/>
        </p:nvSpPr>
        <p:spPr>
          <a:xfrm>
            <a:off x="6631409" y="3997747"/>
            <a:ext cx="188066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Rejilla consistente, márgenes definidos y jerarquía visual clara.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4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Lenguaje: Antes y Después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4183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Antes — Texto denso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08720" y="2450306"/>
            <a:ext cx="36903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«La documentación de sistemas es el conjunto de materiales escritos y visuales que describen el funcionamiento, la instalación y el uso de un sistema informático.»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322761"/>
            <a:ext cx="19050" cy="1162348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64457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palabras · 1 oración · difícil de escanear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94183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Después — Palabras clave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2302" y="2450306"/>
            <a:ext cx="369034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de sistemas → Materiales escritos y visuales que describen: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funcionamiento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instalación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uso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2322761"/>
            <a:ext cx="19050" cy="93553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749701" y="341776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palabras · 3 conceptos · lectura inmediata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282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Conclusiones Clave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208410"/>
            <a:ext cx="2290465" cy="1847031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71640" y="1354931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8619" y="1471836"/>
            <a:ext cx="191319" cy="1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71640" y="192196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Menos texto en pantalla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71640" y="2228478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5 líneas por diapositiva. El detalle va en las notas del presentador.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1208410"/>
            <a:ext cx="2290539" cy="1847031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03863" y="1354931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0842" y="1471836"/>
            <a:ext cx="191319" cy="191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3863" y="192196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Más impacto visual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503863" y="2228478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Iconos, imágenes y tablas simplificadas sustituyen a los párrafos largos.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925119" y="3197200"/>
            <a:ext cx="4722763" cy="1393403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71640" y="3343721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8619" y="3460626"/>
            <a:ext cx="191319" cy="191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71640" y="391075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 diapositivas son apoyo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071640" y="421726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son el guion. El presentador lidera; la slide refuerza.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376</Words>
  <Application>Microsoft Office PowerPoint</Application>
  <PresentationFormat>Presentación en pantalla (16:9)</PresentationFormat>
  <Paragraphs>68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Twemoji Mozilla</vt:lpstr>
      <vt:lpstr>Arial</vt:lpstr>
      <vt:lpstr>Inter</vt:lpstr>
      <vt:lpstr>Inter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ivan Martinez</cp:lastModifiedBy>
  <cp:revision>2</cp:revision>
  <dcterms:created xsi:type="dcterms:W3CDTF">2026-08-11T01:51:58Z</dcterms:created>
  <dcterms:modified xsi:type="dcterms:W3CDTF">2026-08-11T01:59:04Z</dcterms:modified>
</cp:coreProperties>
</file>